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AareML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River Water Quality in Swiss Catchments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Advanced Machine Learning · University of Bern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github.com/polar-bear-after-lunch/AareML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97840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Career motivation &amp; the deoxygenation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CAMELS-CH-Chem, 86 gauges, 40 years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Baselines — AR(7) · Ridge · LSTM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6148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Zero-shot across Swiss gauges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 &amp; Temperature — Static catchment attributes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Findings, limitations,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 rivers are losing oxygen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468880" cy="11887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−0.038</a:t>
            </a:r>
            <a:endParaRPr lang="en-US" sz="3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mg/L per decade deoxygenation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468880" cy="100584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317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mg/L</a:t>
            </a:r>
            <a:endParaRPr lang="en-US" sz="2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stress threshold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17520" y="10058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Use LakeBeD-US benchmark to verify results are not nonsense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CAMELS-CH-Chem (Nascimento et al. 2025) — one author at Uni Bern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 et al. 2023 — 70% of Central European rivers deoxygenating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· 86 gauges · 4 sensor variables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5262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· 86 gauges · 4 sensor variables · CAMELS-CH-Chem, Nascimento et al.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16 of 86 gauges have DO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 | Nascimento et al.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926080" cy="82296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86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gauges with dissolved oxygen data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92608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20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 – 2020 · daily resolution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292608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880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variables</a:t>
            </a:r>
            <a:endParaRPr lang="en-US" sz="2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pH · Conductivity · DO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2926080" cy="594360"/>
          </a:xfrm>
          <a:prstGeom prst="rect">
            <a:avLst/>
          </a:prstGeom>
          <a:solidFill>
            <a:srgbClr val="F0ED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problem — and the motivation for transfer learning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868680"/>
            <a:ext cx="4114800" cy="3200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45079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CAMELS-CH-Chem · Nascimento et al. 2025 · Scientific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learns the river's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 · nb03 · nb14 | Zhi et al. 2021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417320" cy="77724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</a:t>
            </a:r>
            <a:endParaRPr lang="en-US" sz="1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914400"/>
            <a:ext cx="1417320" cy="77724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914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66160" y="914400"/>
            <a:ext cx="1417320" cy="77724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914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trials</a:t>
            </a:r>
            <a:endParaRPr lang="en-US" sz="1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hyper-search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484632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AR(7) — DO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0.303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3566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site Ridge keeps up. The difference emerges in transfer.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dominates — correlation, not causation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nb05 · nb11 | Kratzert et al. 2019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377440" cy="9144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0.644</a:t>
            </a:r>
            <a:endParaRPr lang="en-US" sz="3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— temperature lag t−1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2377440" cy="19202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0.314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0.318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lookback (0.308) vs. 21-day (0.304) — negligible difference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what the model learned — not the physical mechanism. Cold water holds more oxygen (Henry's Law).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transfer: LSTM beats Ridge where it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nb16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75488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96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per-gauge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0.393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0.420 mg/L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82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971800"/>
            <a:ext cx="210312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9718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better</a:t>
            </a:r>
            <a:endParaRPr lang="en-US" sz="1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Ridge zero-shot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0604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p = 0.024 · n = 11 gauges · statistically significant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cross-validation across all 16 DO gauges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transfer pairs · mean RMSE: 0.463 mg/L — not a cherry-pick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works — until the physics changes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· nb07 · nb08 · nb10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Rivers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0.464 mg/L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 · Zero-shot transfer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3716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960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Rivers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1.376 mg/L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hydrology · Willamette (OR): 0.996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651760" cy="1371600"/>
          </a:xfrm>
          <a:prstGeom prst="rect">
            <a:avLst/>
          </a:prstGeom>
          <a:solidFill>
            <a:srgbClr val="7A7974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960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Lakes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−6.486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physics · Worse than mean predictor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Retrained: 0.768 mg/L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251460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catchment attributes improve generalisation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· nb04b | Höge et al. 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18872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0.464 → 0.420 mg/L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+9%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743200" cy="118872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058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2.597 → 1.721°C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Improvement: +34%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Static Features from CAMELS-CH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catchment area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mean elevation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aridity 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mean precipitation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snow fraction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forest cover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cropland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urban cover 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explains the temperature gap — catchment attributes anchor predictions per gauge · Kratzert et al. 2019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5079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CAMELS-CH · Höge et al. 2023, ESSD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transfer across 15 gauges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nb04b · nb04c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834640" cy="1645920"/>
          </a:xfrm>
          <a:prstGeom prst="rect">
            <a:avLst/>
          </a:prstGeom>
          <a:solidFill>
            <a:srgbClr val="7A797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LSTM</a:t>
            </a:r>
            <a:endParaRPr lang="en-US" sz="14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2.597°C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0.727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005840"/>
            <a:ext cx="2834640" cy="164592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005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</a:t>
            </a:r>
            <a:endParaRPr lang="en-US" sz="14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1.721°C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0.862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improvement — elevation is the dominant static attribute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nb04b · nb04c (EC as precipitation proxy)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today — but the trend is clear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194560" cy="10972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safe DO limits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mg/L early warning threshold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194560" cy="9144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402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get time to act before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mg/L fish stress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Zurich rivers are currently above the fish stress threshold of 6 mg/L.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warming year over year — dissolved oxygen declining in step.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needs to be built now — not after the first fish kill.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868680"/>
            <a:ext cx="4114800" cy="3200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45079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 et al. 2023 — −0.038 mg/L per decade across Central European rivers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AI-assisted development · UBELIX HPC · Eawag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01168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notebooks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Baselines → LSTM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Transfer → 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Ablation → EA-LSTM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20116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4090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UBELIX HPC cluster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Bern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up to 8 hours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solidFill>
            <a:srgbClr val="7A7974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Nascimento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Eawag, Kastanienbaum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CAMELS-CH-Chem co-author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8412480" cy="777240"/>
          </a:xfrm>
          <a:prstGeom prst="rect">
            <a:avLst/>
          </a:prstGeom>
          <a:solidFill>
            <a:srgbClr val="F0EDE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Code by AI. Ideas, decisions, and scientific judgement by 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4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equations, three unknowns — and a direction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zero-shot 18% better than Ridge in transfer (0.464 vs. 0.568 mg/L)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EA-LSTM: 34% improvement for temperature (2.597 → 1.721°C)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Lakes: NSE −6.486 — river model cannot handle stratified physics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robust across 110 LOO cross-validation pairs (mean 0.463 mg/L)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Nascimento et al. 2025 — CAMELS-CH-Chem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Höge et al. 2023 — CAMELS-CH base attributes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 et al. 2021 — DO LSTM benchmark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Kratzert et al. 2019 — EA-LSTM for hydrology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 et al. 2023 — Central European deoxygenation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github.com/polar-bear-after-lunch/AareML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2026-05-19T14:06:11Z</dcterms:created>
  <dcterms:modified xsi:type="dcterms:W3CDTF">2026-05-19T14:06:11Z</dcterms:modified>
</cp:coreProperties>
</file>