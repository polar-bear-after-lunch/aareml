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AareML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658368" y="2240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System for Swiss River Fisheries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Zurich Innovation Sandbox — Phase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4160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T.N. &amp; O.N. — AI &amp; ML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Eawag · Thiago Nascimento · Fischereiverein See + Gaster · Patrick Hager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07008"/>
            <a:ext cx="4069080" cy="2633472"/>
          </a:xfrm>
          <a:prstGeom prst="roundRect">
            <a:avLst>
              <a:gd name="adj" fmla="val 2778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27048"/>
            <a:ext cx="3520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 day during heat season we manually measure water temperature — and decide whether to launch a full fish rescue operation within 24 hours.”</a:t>
            </a:r>
            <a:endParaRPr lang="en-US" sz="2000" dirty="0"/>
          </a:p>
          <a:p>
            <a:pPr algn="l" indent="0" marL="0">
              <a:buNone/>
            </a:pPr>
            <a:endParaRPr lang="en-US" sz="20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Patrick Hager  |  Fischereiverein See + Gaster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937760" y="1097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0" y="1115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 decisions made manually, daily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37760" y="20756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0" y="209397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window to relocate fish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30540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0" y="3072384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critical sites,</a:t>
            </a:r>
            <a:endParaRPr lang="en-US" sz="15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automated alerts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0" y="1508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period: mid June – end of August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daily manual checks → 24h rescue decision</a:t>
            </a:r>
            <a:pPr algn="ctr"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ctr" indent="0" marL="0">
              <a:buNone/>
            </a:pPr>
            <a:r>
              <a:rPr lang="en-US" sz="1500" b="1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automated alert, 7 days in advance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7-day temperature early warning for Swiss river fisheries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forecasts water temperature 7 days ahead at critical river locations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300984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3529584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29584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notifies fisheries and AWEL when threshold is approaching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053328" y="1554480"/>
            <a:ext cx="2542032" cy="2331720"/>
          </a:xfrm>
          <a:prstGeom prst="roundRect">
            <a:avLst>
              <a:gd name="adj" fmla="val 3137"/>
            </a:avLst>
          </a:prstGeom>
          <a:solidFill>
            <a:srgbClr val="7A7974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8288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81928" y="2468880"/>
            <a:ext cx="20848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relocation within 15-minute window before conditions turn critical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AareML — 14-day DO + temperature prediction validated on 86 Swiss gauges. Retraining for temperature focus and 7-day horizon.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the model. We need the data.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have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Working AI model (AareML, validated on CAMELS-CH-Chem)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Scientific partner — Eawag (NAWA FRACHT data)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Domain partner — Fischereiverein See + Gaster (operational validation)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Transfer learning: deploy at ungauged sites with only metadata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1143000"/>
            <a:ext cx="10973" cy="3291840"/>
          </a:xfrm>
          <a:prstGeom prst="rect">
            <a:avLst/>
          </a:prstGeom>
          <a:solidFill>
            <a:srgbClr val="D4D1CA"/>
          </a:solidFill>
          <a:ln/>
        </p:spPr>
      </p:sp>
      <p:sp>
        <p:nvSpPr>
          <p:cNvPr id="6" name="Text 4"/>
          <p:cNvSpPr/>
          <p:nvPr/>
        </p:nvSpPr>
        <p:spPr>
          <a:xfrm>
            <a:off x="4800600" y="10972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sandbox unlocks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1508760"/>
            <a:ext cx="3794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Structured data access agreement with AWEL (150 cantonal monitoring sites)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Real-time AWEL temperature feeds (currently internal only)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Regulatory pathway: ML forecast → official fisheries advisory</a:t>
            </a:r>
            <a:endParaRPr lang="en-US" sz="1400" dirty="0"/>
          </a:p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PFAS monitoring integration (Phase 2)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complementary partners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130759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T.N. &amp; O.N.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&amp; Machine Learning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04672" y="198424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AareML prototype, UBELIX HPC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45152" y="114300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4901184" y="130759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Thiago Nascimento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Eawag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901184" y="198424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CAMELS-CH-Chem dataset co-author, NAWA FRACHT access, scientific validation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1696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04495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Patrick Hager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Fischereiverein See + Gaster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372160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expertise, go/no-go rescue ops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45152" y="2880360"/>
            <a:ext cx="3950208" cy="1572768"/>
          </a:xfrm>
          <a:prstGeom prst="roundRect">
            <a:avLst>
              <a:gd name="adj" fmla="val 3488"/>
            </a:avLst>
          </a:prstGeom>
          <a:solidFill>
            <a:srgbClr val="0C4E54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3044952"/>
            <a:ext cx="3438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AWEL</a:t>
            </a:r>
            <a:endParaRPr lang="en-US" sz="19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Canton Zurich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1184" y="3721608"/>
            <a:ext cx="3438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FE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quality monitoring authority, 150+ cantonal sites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specific asks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417320" y="134416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MOU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access to AWEL real-time temperature feeds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417320" y="212140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pathway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for ML-based fisheries advisories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417320" y="2898648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PFAS pilot</a:t>
            </a:r>
            <a:endParaRPr lang="en-US" sz="19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FB8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integration of emerging contaminant monitoring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7863840" cy="594360"/>
          </a:xfrm>
          <a:prstGeom prst="roundRect">
            <a:avLst>
              <a:gd name="adj" fmla="val 9231"/>
            </a:avLst>
          </a:prstGeom>
          <a:solidFill>
            <a:srgbClr val="01696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operational 7-day early warning system for Canton Zurich fisheries — first in Switzerland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github.com/polar-bear-after-lunch/AareML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2026-06-04T10:18:33Z</dcterms:created>
  <dcterms:modified xsi:type="dcterms:W3CDTF">2026-06-04T10:18:33Z</dcterms:modified>
</cp:coreProperties>
</file>